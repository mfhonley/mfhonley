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6ec43e52fe4926" /><Relationship Type="http://schemas.openxmlformats.org/officeDocument/2006/relationships/extended-properties" Target="/docProps/app.xml" Id="R0d391218ece14a9e" /><Relationship Type="http://schemas.openxmlformats.org/officeDocument/2006/relationships/officeDocument" Target="/ppt/presentation.xml" Id="R6164c385b4324a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d1b1ee3d804dea"/>
  </p:sldMasterIdLst>
  <p:notesMasterIdLst>
    <p:notesMasterId xmlns:r="http://schemas.openxmlformats.org/officeDocument/2006/relationships" r:id="Ra34648f0b1be4fef"/>
  </p:notesMasterIdLst>
  <p:sldIdLst>
    <p:sldId xmlns:r="http://schemas.openxmlformats.org/officeDocument/2006/relationships" id="256" r:id="Rede0510fc1a141c3"/>
    <p:sldId xmlns:r="http://schemas.openxmlformats.org/officeDocument/2006/relationships" id="257" r:id="R420374f297364713"/>
    <p:sldId xmlns:r="http://schemas.openxmlformats.org/officeDocument/2006/relationships" id="258" r:id="R818a009057f9482a"/>
    <p:sldId xmlns:r="http://schemas.openxmlformats.org/officeDocument/2006/relationships" id="259" r:id="R4d0d8cf73c0d49df"/>
    <p:sldId xmlns:r="http://schemas.openxmlformats.org/officeDocument/2006/relationships" id="260" r:id="R7fcd6d75e0814b64"/>
    <p:sldId xmlns:r="http://schemas.openxmlformats.org/officeDocument/2006/relationships" id="261" r:id="R3c77247ee14f4b12"/>
    <p:sldId xmlns:r="http://schemas.openxmlformats.org/officeDocument/2006/relationships" id="262" r:id="R4258c890ea50482d"/>
    <p:sldId xmlns:r="http://schemas.openxmlformats.org/officeDocument/2006/relationships" id="263" r:id="Rffdbb1f501fd4ef9"/>
    <p:sldId xmlns:r="http://schemas.openxmlformats.org/officeDocument/2006/relationships" id="264" r:id="R4e1adca6f44348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d1b1ee3d804dea" /><Relationship Type="http://schemas.openxmlformats.org/officeDocument/2006/relationships/theme" Target="/ppt/theme/theme1.xml" Id="R3c6f603c56854175" /><Relationship Type="http://schemas.openxmlformats.org/officeDocument/2006/relationships/notesMaster" Target="/ppt/notesMasters/notesMaster1.xml" Id="Ra34648f0b1be4fef" /><Relationship Type="http://schemas.openxmlformats.org/officeDocument/2006/relationships/presProps" Target="/ppt/presProps.xml" Id="R700089e3adf544c3" /><Relationship Type="http://schemas.openxmlformats.org/officeDocument/2006/relationships/viewProps" Target="/ppt/viewProps.xml" Id="Rffbbe77f3b0f46f9" /><Relationship Type="http://schemas.openxmlformats.org/officeDocument/2006/relationships/tableStyles" Target="/ppt/tableStyles.xml" Id="R012ac851853e44e4" /><Relationship Type="http://schemas.openxmlformats.org/officeDocument/2006/relationships/slide" Target="/ppt/slides/slide1.xml" Id="Rede0510fc1a141c3" /><Relationship Type="http://schemas.openxmlformats.org/officeDocument/2006/relationships/slide" Target="/ppt/slides/slide2.xml" Id="R420374f297364713" /><Relationship Type="http://schemas.openxmlformats.org/officeDocument/2006/relationships/slide" Target="/ppt/slides/slide3.xml" Id="R818a009057f9482a" /><Relationship Type="http://schemas.openxmlformats.org/officeDocument/2006/relationships/slide" Target="/ppt/slides/slide4.xml" Id="R4d0d8cf73c0d49df" /><Relationship Type="http://schemas.openxmlformats.org/officeDocument/2006/relationships/slide" Target="/ppt/slides/slide5.xml" Id="R7fcd6d75e0814b64" /><Relationship Type="http://schemas.openxmlformats.org/officeDocument/2006/relationships/slide" Target="/ppt/slides/slide6.xml" Id="R3c77247ee14f4b12" /><Relationship Type="http://schemas.openxmlformats.org/officeDocument/2006/relationships/slide" Target="/ppt/slides/slide7.xml" Id="R4258c890ea50482d" /><Relationship Type="http://schemas.openxmlformats.org/officeDocument/2006/relationships/slide" Target="/ppt/slides/slide8.xml" Id="Rffdbb1f501fd4ef9" /><Relationship Type="http://schemas.openxmlformats.org/officeDocument/2006/relationships/slide" Target="/ppt/slides/slide9.xml" Id="R4e1adca6f44348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102682d20242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b031be8a204187" /><Relationship Type="http://schemas.openxmlformats.org/officeDocument/2006/relationships/notesMaster" Target="/ppt/notesMasters/notesMaster1.xml" Id="R376eafe8a6e247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83f7aa4df1402e" /><Relationship Type="http://schemas.openxmlformats.org/officeDocument/2006/relationships/notesMaster" Target="/ppt/notesMasters/notesMaster1.xml" Id="R996ba45540e64e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64f36ba9e84bfa" /><Relationship Type="http://schemas.openxmlformats.org/officeDocument/2006/relationships/notesMaster" Target="/ppt/notesMasters/notesMaster1.xml" Id="R4e630af3fc8841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01f4ab116240c5" /><Relationship Type="http://schemas.openxmlformats.org/officeDocument/2006/relationships/notesMaster" Target="/ppt/notesMasters/notesMaster1.xml" Id="Rd12f3dcd67574f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dc415087e04ea5" /><Relationship Type="http://schemas.openxmlformats.org/officeDocument/2006/relationships/notesMaster" Target="/ppt/notesMasters/notesMaster1.xml" Id="R2ce9b1db0dfd43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8cca1ca20245e6" /><Relationship Type="http://schemas.openxmlformats.org/officeDocument/2006/relationships/notesMaster" Target="/ppt/notesMasters/notesMaster1.xml" Id="R5dcc37af16f94f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526c0cf6b24153" /><Relationship Type="http://schemas.openxmlformats.org/officeDocument/2006/relationships/notesMaster" Target="/ppt/notesMasters/notesMaster1.xml" Id="Rd089f62134114c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f68eacd1b24278" /><Relationship Type="http://schemas.openxmlformats.org/officeDocument/2006/relationships/notesMaster" Target="/ppt/notesMasters/notesMaster1.xml" Id="Rd083405b2d6243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5871e4c4744d35" /><Relationship Type="http://schemas.openxmlformats.org/officeDocument/2006/relationships/notesMaster" Target="/ppt/notesMasters/notesMaster1.xml" Id="R0802f4191ca747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hello</a:t>
            </a:r>
          </a:p>
          <a:p xmlns:a="http://schemas.openxmlformats.org/drawingml/2006/main">
            <a:r>
              <a:t>Ориентир: 30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hello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Всем привет, меня зовут Жан.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Расскажу про свой путь, как появилась идея MindZan и с чего можно начать поиск своей идеи.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</a:t>
            </a:r>
          </a:p>
          <a:p xmlns:a="http://schemas.openxmlformats.org/drawingml/2006/main">
            <a:r>
              <a:t>Сначала коротко про мой опыт.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README.md · llms.txt (04.09.2026) · Zhan_Beissikeyev_Resume.docx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Опыт</a:t>
            </a:r>
          </a:p>
          <a:p xmlns:a="http://schemas.openxmlformats.org/drawingml/2006/main">
            <a:r>
              <a:t>Ориентир: 180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nFactorial (edutech) → финтех → фильм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nFactorial: после инкубатора — fullstack-разработка в nFactorial School. Вспомнить одну задачу из образовательного продукта и чему она научила.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Финтех: платёжные системы, Telegram Mini Apps, финансовые продукты. Рассказать один короткий пример из работы.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Фильм: участие в документальном проекте, для которого я собрал Chatly за семь дней. Скриншот — подсказка про съёмки и создание продукта.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</a:t>
            </a:r>
          </a:p>
          <a:p xmlns:a="http://schemas.openxmlformats.org/drawingml/2006/main">
            <a:r>
              <a:t>А идея MindZan появилась на пересечении разработки и сферы, которую я уже знал изнутри.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README.md · llms.txt (04.09.2026) · Zhan_Beissikeyev_Resume.docx</a:t>
            </a:r>
          </a:p>
          <a:p xmlns:a="http://schemas.openxmlformats.org/drawingml/2006/main">
            <a:r>
              <a:t>https://digitalbusiness.kz/2026-04-21/shkolnik-iz-pavlodara-v-15-let-uzhe-zarabatival-500-tisyach-tenge-a-v-17-uspeshno-prodal-startap/</a:t>
            </a:r>
          </a:p>
          <a:p xmlns:a="http://schemas.openxmlformats.org/drawingml/2006/main">
            <a:r>
              <a:t>Скриншот фильма предоставлен Жаном: public/assets/film.png.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Как я пришёл к идее.</a:t>
            </a:r>
          </a:p>
          <a:p xmlns:a="http://schemas.openxmlformats.org/drawingml/2006/main">
            <a:r>
              <a:t>Ориентир: 150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Ментальная арифметика + разработка → MindZan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Я занимался ментальной арифметикой, поэтому знал тренировки со стороны ученика. Позже к этому добавился навык разработки.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Вернувшись в Павлодар в январе 2026 года, я думал о следующем продукте и вернулся к этой знакомой сфере.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Здесь вспомнить конкретный момент: что хотелось улучшить в тренировках и почему именно это стало отправной точкой для MindZan.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Первую версию собрал за три недели; с дизайном помог Даниал. Моя опора — сочетание опыта в сфере и возможности сделать инструмент самому.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</a:t>
            </a:r>
          </a:p>
          <a:p xmlns:a="http://schemas.openxmlformats.org/drawingml/2006/main">
            <a:r>
              <a:t>А теперь — что из этого опыта можно взять, если вы только ищете свою идею.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README.md · llms.txt (04.09.2026) · Zhan_Beissikeyev_Resume.docx</a:t>
            </a:r>
          </a:p>
          <a:p xmlns:a="http://schemas.openxmlformats.org/drawingml/2006/main">
            <a:r>
              <a:t>https://digitalbusiness.kz/2026-04-21/shkolnik-iz-pavlodara-v-15-let-uzhe-zarabatival-500-tisyach-tenge-a-v-17-uspeshno-prodal-startap/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Как искать идею?</a:t>
            </a:r>
          </a:p>
          <a:p xmlns:a="http://schemas.openxmlformats.org/drawingml/2006/main">
            <a:r>
              <a:t>Ориентир: 120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Начни с того, к чему у тебя есть доступ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Выписать три места: своя работа, учёба и занятия вне работы. Где регулярно бываешь и чьи задачи видишь?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В каждой сфере вспомнить моменты, когда приходится долго ждать, повторять одно и то же, переносить данные или исправлять ошибки.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Выбрать ситуацию, которую можно увидеть своими глазами и обсудить с конкретным человеком.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Мой опыт с MindZan — пример такой отправной точки: знакомая сфера подсказала направление для продукта.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</a:t>
            </a:r>
          </a:p>
          <a:p xmlns:a="http://schemas.openxmlformats.org/drawingml/2006/main">
            <a:r>
              <a:t>Из этих наблюдений нужно выбрать проблему, которая достаточно важна для человека.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Предлагаемый разбор для выступления. Общие примеры — условные; они не описывают реальные интервью или функции MindZan.</a:t>
            </a:r>
          </a:p>
          <a:p xmlns:a="http://schemas.openxmlformats.org/drawingml/2006/main">
            <a:r>
              <a:t>Отправная точка — знакомые проблемы: https://paulgraham.com/startupideas.html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Что людям нужно?</a:t>
            </a:r>
          </a:p>
          <a:p xmlns:a="http://schemas.openxmlformats.org/drawingml/2006/main">
            <a:r>
              <a:t>Ориентир: 120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Повторяется → мешает → имеет последствия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Уточнить, какую задачу человек пытается закончить и что ему мешает.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Проверить три вещи: как часто это происходит, сколько времени или сил отнимает и что будет, если оставить всё как есть.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Посмотреть, как человек справляется сейчас: делает вручную, использует сервис, просит коллегу. Его нынешний способ помогает понять требования к решению.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Сформулировать потребность через результат: например, быстро собрать расписание без пропущенных занятий.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ПРИМЕР</a:t>
            </a:r>
          </a:p>
          <a:p xmlns:a="http://schemas.openxmlformats.org/drawingml/2006/main">
            <a:r>
              <a:t>Условный пример: администратор кружка переносит заявки из сообщений в таблицу. Насколько это мешает, зависит от объёма заявок, потраченного времени и последствий ошибок.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</a:t>
            </a:r>
          </a:p>
          <a:p xmlns:a="http://schemas.openxmlformats.org/drawingml/2006/main">
            <a:r>
              <a:t>Чтобы предложить полезное улучшение, придётся разобраться, почему процесс устроен именно так.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Предлагаемый разбор для выступления. Общие примеры — условные; они не описывают реальные интервью или функции MindZan.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Разберись в сфере.</a:t>
            </a:r>
          </a:p>
          <a:p xmlns:a="http://schemas.openxmlformats.org/drawingml/2006/main">
            <a:r>
              <a:t>Ориентир: 120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Свой опыт → наблюдение → люди из сферы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Ты должен понимать проблему достаточно хорошо, чтобы объяснить весь процесс: кто участвует, что делает и где возникает трудность.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Набирать понимание можно по-разному: выполнить задачу самому, поработать рядом с пользователем, попросить специалиста разобрать реальные случаи.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Мой опыт ученика в ментальной арифметике давал одну точку зрения. Преподаватель и руководитель центра могут видеть совсем другие задачи.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Проверка понимания: перескажи человеку его процесс и попроси поправить детали, которые ты упустил.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</a:t>
            </a:r>
          </a:p>
          <a:p xmlns:a="http://schemas.openxmlformats.org/drawingml/2006/main">
            <a:r>
              <a:t>Дальше это понимание можно проверить через ресерч.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Предлагаемый разбор для выступления. Общие примеры — условные; они не описывают реальные интервью или функции MindZan.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Ресерч.</a:t>
            </a:r>
          </a:p>
          <a:p xmlns:a="http://schemas.openxmlformats.org/drawingml/2006/main">
            <a:r>
              <a:t>Ориентир: 165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Поговорить → посмотреть → изучить решения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Люди: найти тех, кто действительно сталкивается с задачей. Спросить: «Когда это было в последний раз? Как вы справились? Что оказалось самым сложным?»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Процесс: попросить показать шаги, файлы и инструменты. Уточнить, где уходит время и почему приходится действовать именно так.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Решения: посмотреть существующие продукты и привычные способы — таблицы, сообщения, помощь коллег. Что в них удобно, чего не хватает и почему человек их выбрал?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После нескольких разговоров собрать повторяющиеся ситуации. Отдельно записать, что реально увидел или услышал, а что пока только предполагаешь.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Итог ресерча — конкретное описание: кому помогаешь, с какой задачей, что мешает сейчас и какое улучшение стоит проверить.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ПРИМЕР</a:t>
            </a:r>
          </a:p>
          <a:p xmlns:a="http://schemas.openxmlformats.org/drawingml/2006/main">
            <a:r>
              <a:t>Условный запрос: «Нужен отчёт». Можно спросить: «Покажите последний отчёт. Какое решение вы приняли с его помощью?» Ответ прояснит, какие данные и результат человеку нужны.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</a:t>
            </a:r>
          </a:p>
          <a:p xmlns:a="http://schemas.openxmlformats.org/drawingml/2006/main">
            <a:r>
              <a:t>Когда понимаешь задачу, можно проверить своё решение на практике.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Предлагаемый разбор для выступления. Общие примеры — условные; они не описывают реальные интервью или функции MindZan.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Проверь на практике.</a:t>
            </a:r>
          </a:p>
          <a:p xmlns:a="http://schemas.openxmlformats.org/drawingml/2006/main">
            <a:r>
              <a:t>Ориентир: 135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Дай попробовать → наблюдай → доработай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Выбрать простой формат под вопрос: прототип для понятности, рабочую функцию для выполнения задачи или небольшой пилот для реального процесса.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Договориться, кто попробует, на какой задаче и когда вы обсудите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Посмотреть, где человек остановился, понадобилась ли помощь и получилось ли дойти до результата.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После попытки спросить, что было полезным и что мешало. Проверить, возвращается ли человек, когда задача возникает снова.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Решить следующий шаг: улучшить конкретное место, уточнить саму задачу или проверить другое предположение.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</a:t>
            </a:r>
          </a:p>
          <a:p xmlns:a="http://schemas.openxmlformats.org/drawingml/2006/main">
            <a:r>
              <a:t>Давайте к вопросам — можно разобрать и вашу идею.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Предлагаемый разбор для выступления. Общие примеры — условные; они не описывают реальные интервью или функции MindZan.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Вопросы.</a:t>
            </a:r>
          </a:p>
          <a:p xmlns:a="http://schemas.openxmlformats.org/drawingml/2006/main">
            <a:r>
              <a:t>Ориентир: 180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Вопросы · примеры из зала · @mfhonley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Предложить аудитории назвать одну идею или затруднение и разобрать по этим шагам.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Если времени мало, продолжить после выступления или в Telegram.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README.md · llms.txt (04.09.2026) · Zhan_Beissikeyev_Resume.docx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017f1ebed4c9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CE2F01D9-1713-4D62-ACF2-69422BB7ADF7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54D8DFA8-3E7A-47B8-8C87-31436D793ED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61B1FD-3BF7-4ADA-933E-8F536C84189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5FF797-FF97-4172-87C2-B806C65A0DA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52DC61-16DD-4186-9BA7-0B511A874B1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02defe0145b46ed" /><Relationship Type="http://schemas.openxmlformats.org/officeDocument/2006/relationships/slideLayout" Target="/ppt/slideLayouts/slideLayout2.xml" Id="R7de5a9e44cdb44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F65315-319B-4234-8DAB-F2963EAFF3D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e5a9e44cdb44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63ae5f0ba84892" /><Relationship Type="http://schemas.openxmlformats.org/officeDocument/2006/relationships/notesSlide" Target="/ppt/notesSlides/notesSlide1.xml" Id="Rf0c790932e8647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1be430079547f2" /><Relationship Type="http://schemas.openxmlformats.org/officeDocument/2006/relationships/image" Target="/ppt/media/image.png" Id="Rb96ce0a7d57a43ce" /><Relationship Type="http://schemas.openxmlformats.org/officeDocument/2006/relationships/notesSlide" Target="/ppt/notesSlides/notesSlide2.xml" Id="Rff62e82d06d5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23dbf11d644b73" /><Relationship Type="http://schemas.openxmlformats.org/officeDocument/2006/relationships/notesSlide" Target="/ppt/notesSlides/notesSlide3.xml" Id="R44e1910542ba43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3df4343e6a418d" /><Relationship Type="http://schemas.openxmlformats.org/officeDocument/2006/relationships/notesSlide" Target="/ppt/notesSlides/notesSlide4.xml" Id="R91fd6474e01445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7aa2632e584132" /><Relationship Type="http://schemas.openxmlformats.org/officeDocument/2006/relationships/notesSlide" Target="/ppt/notesSlides/notesSlide5.xml" Id="R4d2cde88bdcd4a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bd6e4e57de4617" /><Relationship Type="http://schemas.openxmlformats.org/officeDocument/2006/relationships/notesSlide" Target="/ppt/notesSlides/notesSlide6.xml" Id="Rdebc8e0c496e45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9de03cd1204fd3" /><Relationship Type="http://schemas.openxmlformats.org/officeDocument/2006/relationships/notesSlide" Target="/ppt/notesSlides/notesSlide7.xml" Id="R0edf79e15ad24d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e0cc95d8b64eaa" /><Relationship Type="http://schemas.openxmlformats.org/officeDocument/2006/relationships/notesSlide" Target="/ppt/notesSlides/notesSlide8.xml" Id="R3237cb58ed4c41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6539d2a40b4548" /><Relationship Type="http://schemas.openxmlformats.org/officeDocument/2006/relationships/notesSlide" Target="/ppt/notesSlides/notesSlide9.xml" Id="R0d9a32831cb64c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52DC61-16DD-4186-9BA7-0B511A874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E5ABD-8B01-4EA6-9162-D2A583D2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1010900" cy="1626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0" b="1">
                <a:solidFill>
                  <a:srgbClr val="111111"/>
                </a:solidFill>
              </a:defRPr>
            </a:pPr>
            <a:r>
              <a:rPr sz="10500" b="1">
                <a:solidFill>
                  <a:srgbClr val="111111"/>
                </a:solidFill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903256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52DC61-16DD-4186-9BA7-0B511A874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853D1-5A0B-443C-B8A4-05AE5927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62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МОЙ ПУТЬ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AC288-9DAF-45A8-8B64-E8ED9486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5DE86-BC62-4FB0-A883-6D4C4542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19125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@mfhonley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3F385-7D58-41F2-91BA-0405CD34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05550"/>
            <a:ext cx="95250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02 /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1BD06-7B3E-4601-B17D-8E515F64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5143500" cy="1208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Опыт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A6530-2745-4E15-A6D8-19CA21B4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4953000" cy="4996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11111"/>
                </a:solidFill>
              </a:defRPr>
            </a:pPr>
            <a:r>
              <a:rPr sz="3225" b="0">
                <a:solidFill>
                  <a:srgbClr val="111111"/>
                </a:solidFill>
              </a:rPr>
              <a:t>nFactorial (edutech)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FE40B-0DC8-4D65-A50F-577BEE13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4953000" cy="4996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11111"/>
                </a:solidFill>
              </a:defRPr>
            </a:pPr>
            <a:r>
              <a:rPr sz="3225" b="0">
                <a:solidFill>
                  <a:srgbClr val="111111"/>
                </a:solidFill>
              </a:rPr>
              <a:t>Финтех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E188E-82E3-4F8A-ADEB-2EF6E86F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91075"/>
            <a:ext cx="4953000" cy="4996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11111"/>
                </a:solidFill>
              </a:defRPr>
            </a:pPr>
            <a:r>
              <a:rPr sz="3225" b="0">
                <a:solidFill>
                  <a:srgbClr val="111111"/>
                </a:solidFill>
              </a:rPr>
              <a:t>Фильм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ce0a7d57a43ce"/>
          <a:stretch xmlns:a="http://schemas.openxmlformats.org/drawingml/2006/main"/>
        </p:blipFill>
        <p:spPr>
          <a:xfrm xmlns:a="http://schemas.openxmlformats.org/drawingml/2006/main">
            <a:off x="6191250" y="1879277"/>
            <a:ext cx="5391150" cy="38709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47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52DC61-16DD-4186-9BA7-0B511A874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032F8-E925-4055-9E4F-BD19AFB9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62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МОЙ ПУТЬ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646AB-3A08-4F1E-B175-D47A4683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EF8A6-8D29-4EE4-9DD6-E115D6EC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19125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@mfhonley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79FDD-8510-480D-9778-3C1CEE83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05550"/>
            <a:ext cx="95250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03 /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0768E-37B9-4F43-A54E-F2C2F116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10900" cy="1208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Как я пришёл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BADC8-E57D-4677-AE3B-4B50D264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3873"/>
            <a:ext cx="11010900" cy="1208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к идее.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7D799-F31D-4D97-AE81-70591891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10934700" cy="336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07070"/>
                </a:solidFill>
              </a:defRPr>
            </a:pPr>
            <a:r>
              <a:rPr sz="2175" b="0">
                <a:solidFill>
                  <a:srgbClr val="707070"/>
                </a:solidFill>
              </a:rPr>
              <a:t>Ментальная арифметика → MindZan</a:t>
            </a:r>
          </a:p>
        </p:txBody>
      </p:sp>
    </p:spTree>
    <p:extLst>
      <p:ext uri="{BB962C8B-B14F-4D97-AF65-F5344CB8AC3E}">
        <p14:creationId xmlns:p14="http://schemas.microsoft.com/office/powerpoint/2010/main" val="1338701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52DC61-16DD-4186-9BA7-0B511A874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2D035-CC3A-46EF-8D8C-7B2070F7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62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01 / ГДЕ ИСКАТЬ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560DE-8D88-468C-9E2E-162EB213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983B7-7842-41C1-BCFE-FCEBE76B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19125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@mfhonley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80670-ED82-49B7-A1C0-64F15FB8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05550"/>
            <a:ext cx="95250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04 /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B28F3-9417-466E-BA68-9DA96FD8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10900" cy="134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111111"/>
                </a:solidFill>
              </a:defRPr>
            </a:pPr>
            <a:r>
              <a:rPr sz="8700" b="1">
                <a:solidFill>
                  <a:srgbClr val="111111"/>
                </a:solidFill>
              </a:rPr>
              <a:t>Как искать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52E87-ABFA-4B74-92EA-8A276AB3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7317"/>
            <a:ext cx="11010900" cy="134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111111"/>
                </a:solidFill>
              </a:defRPr>
            </a:pPr>
            <a:r>
              <a:rPr sz="8700" b="1">
                <a:solidFill>
                  <a:srgbClr val="111111"/>
                </a:solidFill>
              </a:rPr>
              <a:t>идею?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538A0-0AE7-4C9F-88BD-612D929C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10934700" cy="336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07070"/>
                </a:solidFill>
              </a:defRPr>
            </a:pPr>
            <a:r>
              <a:rPr sz="2175" b="0">
                <a:solidFill>
                  <a:srgbClr val="707070"/>
                </a:solidFill>
              </a:rPr>
              <a:t>Работа / учёба / свой опыт</a:t>
            </a:r>
          </a:p>
        </p:txBody>
      </p:sp>
    </p:spTree>
    <p:extLst>
      <p:ext uri="{BB962C8B-B14F-4D97-AF65-F5344CB8AC3E}">
        <p14:creationId xmlns:p14="http://schemas.microsoft.com/office/powerpoint/2010/main" val="1575408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52DC61-16DD-4186-9BA7-0B511A874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6712A-D769-4097-A7A9-CA4BAF99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62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02 / НАЙТИ ПРОБЛЕМУ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07CA2-4ABC-4139-AC72-FECBE09C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1117A-8F0A-4E0E-8FE8-1A0F22FB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19125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@mfhonley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63FDE-AA1F-4A1C-99B5-FC1754D5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05550"/>
            <a:ext cx="95250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05 /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C405D-7B3E-46D2-A00A-7276309E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10900" cy="134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111111"/>
                </a:solidFill>
              </a:defRPr>
            </a:pPr>
            <a:r>
              <a:rPr sz="8700" b="1">
                <a:solidFill>
                  <a:srgbClr val="111111"/>
                </a:solidFill>
              </a:rPr>
              <a:t>Что людям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C76F1-43DF-401E-A437-CCA20C92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7317"/>
            <a:ext cx="11010900" cy="134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111111"/>
                </a:solidFill>
              </a:defRPr>
            </a:pPr>
            <a:r>
              <a:rPr sz="8700" b="1">
                <a:solidFill>
                  <a:srgbClr val="111111"/>
                </a:solidFill>
              </a:rPr>
              <a:t>нужно?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32AE9-4C41-4C73-9EA4-324927F9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10934700" cy="336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07070"/>
                </a:solidFill>
              </a:defRPr>
            </a:pPr>
            <a:r>
              <a:rPr sz="2175" b="0">
                <a:solidFill>
                  <a:srgbClr val="707070"/>
                </a:solidFill>
              </a:rPr>
              <a:t>Что повторяется? / Что мешает? / Что теряют?</a:t>
            </a:r>
          </a:p>
        </p:txBody>
      </p:sp>
    </p:spTree>
    <p:extLst>
      <p:ext uri="{BB962C8B-B14F-4D97-AF65-F5344CB8AC3E}">
        <p14:creationId xmlns:p14="http://schemas.microsoft.com/office/powerpoint/2010/main" val="1114525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52DC61-16DD-4186-9BA7-0B511A874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9F360-0089-4B8D-A2BC-64CFE64E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62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03 / НАБРАТЬ ОПЫТ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29B04-9613-4436-8246-B61BE38E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4880B-738F-4781-84D7-C0E0CA26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19125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@mfhonley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67D04-89AA-4FED-9418-AB6DC4D2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05550"/>
            <a:ext cx="95250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06 /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45051-B82E-45DC-BF2A-83F10CFD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10900" cy="134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111111"/>
                </a:solidFill>
              </a:defRPr>
            </a:pPr>
            <a:r>
              <a:rPr sz="8700" b="1">
                <a:solidFill>
                  <a:srgbClr val="111111"/>
                </a:solidFill>
              </a:rPr>
              <a:t>Разберись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3FFAA-1DB9-4366-AC69-04BC0F1C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7317"/>
            <a:ext cx="11010900" cy="134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111111"/>
                </a:solidFill>
              </a:defRPr>
            </a:pPr>
            <a:r>
              <a:rPr sz="8700" b="1">
                <a:solidFill>
                  <a:srgbClr val="111111"/>
                </a:solidFill>
              </a:rPr>
              <a:t>в сфере.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61270-2548-4BA0-9979-B7084E27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10934700" cy="336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07070"/>
                </a:solidFill>
              </a:defRPr>
            </a:pPr>
            <a:r>
              <a:rPr sz="2175" b="0">
                <a:solidFill>
                  <a:srgbClr val="707070"/>
                </a:solidFill>
              </a:rPr>
              <a:t>Попробуй сам / поработай рядом / спроси эксперта</a:t>
            </a:r>
          </a:p>
        </p:txBody>
      </p:sp>
    </p:spTree>
    <p:extLst>
      <p:ext uri="{BB962C8B-B14F-4D97-AF65-F5344CB8AC3E}">
        <p14:creationId xmlns:p14="http://schemas.microsoft.com/office/powerpoint/2010/main" val="17761502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52DC61-16DD-4186-9BA7-0B511A874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4AC55-BFA1-41FB-BB98-A6B27BDC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62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04 / ПРОВЕРИТЬ ПОНИМАНИЕ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AED93-BF10-4E64-AAD2-D1ED0C58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F5900-0FB8-4397-90CB-3E8B9617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19125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@mfhonley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300A1-198A-4616-88EC-3DCBF753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05550"/>
            <a:ext cx="95250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07 /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F8B14-53CE-4EF4-AC84-38A61C23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1010900" cy="1626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0" b="1">
                <a:solidFill>
                  <a:srgbClr val="111111"/>
                </a:solidFill>
              </a:defRPr>
            </a:pPr>
            <a:r>
              <a:rPr sz="10500" b="1">
                <a:solidFill>
                  <a:srgbClr val="111111"/>
                </a:solidFill>
              </a:rPr>
              <a:t>Ресерч.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A46D1-AAB8-46AA-AC38-271D34AC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10934700" cy="336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07070"/>
                </a:solidFill>
              </a:defRPr>
            </a:pPr>
            <a:r>
              <a:rPr sz="2175" b="0">
                <a:solidFill>
                  <a:srgbClr val="707070"/>
                </a:solidFill>
              </a:rPr>
              <a:t>Люди / реальный процесс / существующие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369955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52DC61-16DD-4186-9BA7-0B511A874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C6629-BAFF-43E9-85C0-90E6001A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62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05 / ПЕРВЫЙ ТЕСТ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22424-3F91-4B48-82E3-5E2E7796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545D4-B214-4AAF-A6B1-5701B1A5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19125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@mfhonley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79925-AC90-464A-8DED-5CA9A43C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05550"/>
            <a:ext cx="95250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08 /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6A669-08DF-46F1-BEAC-13620C3E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0225"/>
            <a:ext cx="11010900" cy="12201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75" b="1">
                <a:solidFill>
                  <a:srgbClr val="111111"/>
                </a:solidFill>
              </a:defRPr>
            </a:pPr>
            <a:r>
              <a:rPr sz="7875" b="1">
                <a:solidFill>
                  <a:srgbClr val="111111"/>
                </a:solidFill>
              </a:rPr>
              <a:t>Проверь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09DA3-71E1-4E14-B015-C3BB147D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0360"/>
            <a:ext cx="11010900" cy="12201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75" b="1">
                <a:solidFill>
                  <a:srgbClr val="111111"/>
                </a:solidFill>
              </a:defRPr>
            </a:pPr>
            <a:r>
              <a:rPr sz="7875" b="1">
                <a:solidFill>
                  <a:srgbClr val="111111"/>
                </a:solidFill>
              </a:rPr>
              <a:t>на практике.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2334D-669B-47CF-94B5-D4B4B009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10934700" cy="336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07070"/>
                </a:solidFill>
              </a:defRPr>
            </a:pPr>
            <a:r>
              <a:rPr sz="2175" b="0">
                <a:solidFill>
                  <a:srgbClr val="707070"/>
                </a:solidFill>
              </a:rPr>
              <a:t>Дай попробовать / посмотри / улучши</a:t>
            </a:r>
          </a:p>
        </p:txBody>
      </p:sp>
    </p:spTree>
    <p:extLst>
      <p:ext uri="{BB962C8B-B14F-4D97-AF65-F5344CB8AC3E}">
        <p14:creationId xmlns:p14="http://schemas.microsoft.com/office/powerpoint/2010/main" val="1433373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52DC61-16DD-4186-9BA7-0B511A874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529B1-45B3-4B35-9B21-FE6E1CCF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62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НА СВЯЗИ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61BD0-7F39-4AB8-8009-7D195287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670E2-C891-4EF8-8C36-7A812C43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19125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@mfhonley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C8CE1-CD07-4E81-9E4D-5EFC6310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05550"/>
            <a:ext cx="952500" cy="15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07070"/>
                </a:solidFill>
              </a:defRPr>
            </a:pPr>
            <a:r>
              <a:rPr sz="975" b="0">
                <a:solidFill>
                  <a:srgbClr val="707070"/>
                </a:solidFill>
              </a:rPr>
              <a:t>09 /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231CF-AC2B-42C9-918C-072D8A82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11010900" cy="16152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425" b="1">
                <a:solidFill>
                  <a:srgbClr val="111111"/>
                </a:solidFill>
              </a:defRPr>
            </a:pPr>
            <a:r>
              <a:rPr sz="10425" b="1">
                <a:solidFill>
                  <a:srgbClr val="111111"/>
                </a:solidFill>
              </a:rPr>
              <a:t>Вопросы.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E1E5D-1837-4DEE-A934-1F58D552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57675"/>
            <a:ext cx="10925175" cy="5694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111111"/>
                </a:solidFill>
              </a:defRPr>
            </a:pPr>
            <a:r>
              <a:rPr sz="3675" b="0">
                <a:solidFill>
                  <a:srgbClr val="111111"/>
                </a:solidFill>
              </a:rPr>
              <a:t>@mfhonley</a:t>
            </a:r>
          </a:p>
        </p:txBody>
      </p:sp>
    </p:spTree>
    <p:extLst>
      <p:ext uri="{BB962C8B-B14F-4D97-AF65-F5344CB8AC3E}">
        <p14:creationId xmlns:p14="http://schemas.microsoft.com/office/powerpoint/2010/main" val="236118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2026-09-23T08:06:01.9630000Z</dcterms:created>
  <dcterms:modified xsi:type="dcterms:W3CDTF">2026-09-23T08:06:01.9630000Z</dcterms:modified>
</coreProperties>
</file>